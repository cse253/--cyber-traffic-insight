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 TRAFFIC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 Traffic, Discover Anomalies, Strengthen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network-flow records</a:t>
            </a:r>
          </a:p>
          <a:p>
            <a:pPr>
              <a:defRPr sz="2200"/>
            </a:pPr>
            <a:r>
              <a:t>Identify unusual traffic patterns</a:t>
            </a:r>
          </a:p>
          <a:p>
            <a:pPr>
              <a:defRPr sz="2200"/>
            </a:pPr>
            <a:r>
              <a:t>Support defensive monitoring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network-flow dataset</a:t>
            </a:r>
          </a:p>
          <a:p>
            <a:pPr>
              <a:defRPr sz="2200"/>
            </a:pPr>
            <a:r>
              <a:t>800 unique flow IDs after deduplication</a:t>
            </a:r>
          </a:p>
          <a:p>
            <a:pPr>
              <a:defRPr sz="2200"/>
            </a:pPr>
            <a:r>
              <a:t>Fields include protocol, duration, bytes, packets, and 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Checked missing values</a:t>
            </a:r>
          </a:p>
          <a:p>
            <a:pPr>
              <a:defRPr sz="2200"/>
            </a:pPr>
            <a:r>
              <a:t>Removed duplicate flow IDs</a:t>
            </a:r>
          </a:p>
          <a:p>
            <a:pPr>
              <a:defRPr sz="2200"/>
            </a:pPr>
            <a:r>
              <a:t>Standardized traffic labels</a:t>
            </a:r>
          </a:p>
          <a:p>
            <a:pPr>
              <a:defRPr sz="2200"/>
            </a:pPr>
            <a:r>
              <a:t>Investigated extreme byte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Compared network protocols</a:t>
            </a:r>
          </a:p>
          <a:p>
            <a:pPr>
              <a:defRPr sz="2200"/>
            </a:pPr>
            <a:r>
              <a:t>Analyzed unusual traffic by hour</a:t>
            </a:r>
          </a:p>
          <a:p>
            <a:pPr>
              <a:defRPr sz="2200"/>
            </a:pPr>
            <a:r>
              <a:t>Compared port categories</a:t>
            </a:r>
          </a:p>
          <a:p>
            <a:pPr>
              <a:defRPr sz="2200"/>
            </a:pPr>
            <a:r>
              <a:t>Reviewed unusual flows by host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Extracted hour and weekday</a:t>
            </a:r>
          </a:p>
          <a:p>
            <a:pPr>
              <a:defRPr sz="2200"/>
            </a:pPr>
            <a:r>
              <a:t>Calculated bytes per packet</a:t>
            </a:r>
          </a:p>
          <a:p>
            <a:pPr>
              <a:defRPr sz="2200"/>
            </a:pPr>
            <a:r>
              <a:t>Created traffic-size categories</a:t>
            </a:r>
          </a:p>
          <a:p>
            <a:pPr>
              <a:defRPr sz="2200"/>
            </a:pPr>
            <a:r>
              <a:t>Created an unusual-traffic indicator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TCP was the dominant protocol in the sample</a:t>
            </a:r>
          </a:p>
          <a:p>
            <a:pPr>
              <a:defRPr sz="2200"/>
            </a:pPr>
            <a:r>
              <a:t>Web was the most common port category</a:t>
            </a:r>
          </a:p>
          <a:p>
            <a:pPr>
              <a:defRPr sz="2200"/>
            </a:pPr>
            <a:r>
              <a:t>Guest hosts had the most unusual flows in the sample</a:t>
            </a:r>
          </a:p>
          <a:p>
            <a:pPr>
              <a:defRPr sz="2200"/>
            </a:pPr>
            <a:r>
              <a:t>Some hours had higher unusual-flow 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Establish baseline traffic patterns</a:t>
            </a:r>
          </a:p>
          <a:p>
            <a:pPr>
              <a:defRPr sz="2200"/>
            </a:pPr>
            <a:r>
              <a:t>Review unusual traffic and repeated alerts</a:t>
            </a:r>
          </a:p>
          <a:p>
            <a:pPr>
              <a:defRPr sz="2200"/>
            </a:pPr>
            <a:r>
              <a:t>Investigate high-volume flows</a:t>
            </a:r>
          </a:p>
          <a:p>
            <a:pPr>
              <a:defRPr sz="2200"/>
            </a:pPr>
            <a:r>
              <a:t>Prioritize monitoring based on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dataset is simulated</a:t>
            </a:r>
          </a:p>
          <a:p>
            <a:pPr>
              <a:defRPr sz="2200"/>
            </a:pPr>
            <a:r>
              <a:t>Patterns do not prove real cyberattacks</a:t>
            </a:r>
          </a:p>
          <a:p>
            <a:pPr>
              <a:defRPr sz="2200"/>
            </a:pPr>
            <a:r>
              <a:t>Results depend on the generated sample</a:t>
            </a:r>
          </a:p>
          <a:p>
            <a:pPr>
              <a:defRPr sz="2200"/>
            </a:pPr>
            <a:r>
              <a:t>Real-world validation is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cleaning and EDA help summarize traffic behavior</a:t>
            </a:r>
          </a:p>
          <a:p>
            <a:pPr>
              <a:defRPr sz="2200"/>
            </a:pPr>
            <a:r>
              <a:t>Feature engineering supports further analysis</a:t>
            </a:r>
          </a:p>
          <a:p>
            <a:pPr>
              <a:defRPr sz="2200"/>
            </a:pPr>
            <a:r>
              <a:t>The workflow demonstrates defensive monitoring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